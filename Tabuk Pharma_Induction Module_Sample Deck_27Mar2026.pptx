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9" r:id="rId4"/>
    <p:sldId id="257" r:id="rId5"/>
    <p:sldId id="258" r:id="rId6"/>
    <p:sldId id="267" r:id="rId7"/>
    <p:sldId id="260" r:id="rId8"/>
    <p:sldId id="261" r:id="rId9"/>
    <p:sldId id="262" r:id="rId10"/>
    <p:sldId id="264" r:id="rId11"/>
    <p:sldId id="266" r:id="rId12"/>
    <p:sldId id="268" r:id="rId13"/>
    <p:sldId id="270" r:id="rId14"/>
    <p:sldId id="271" r:id="rId15"/>
    <p:sldId id="272" r:id="rId16"/>
    <p:sldId id="276" r:id="rId17"/>
    <p:sldId id="273" r:id="rId18"/>
    <p:sldId id="274" r:id="rId19"/>
    <p:sldId id="275" r:id="rId20"/>
    <p:sldId id="277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1B34B40-E684-8819-0AC5-D0AFA5B43825}" name="Amit Gupt" initials="AG" userId="S::amit.gupt@mrccgroup.com::ae2ea24d-1bba-4469-996f-b870fbaca87b" providerId="AD"/>
  <p188:author id="{54676570-1F0C-0878-9DA4-1D806B56963C}" name="Meghna Saikia" initials="MS" userId="S::meghna.saikia@mrccgroup.com::5117c41f-21d3-4d79-a91f-73463b62a2f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53BA37-0A9F-4642-934A-E4B60E5C7199}" v="2" dt="2026-03-17T10:20:47.809"/>
    <p1510:client id="{38B8F71C-54E7-45F6-B4C6-732744937568}" v="5" vWet="6" dt="2026-03-17T07:44:15.415"/>
    <p1510:client id="{5F83424B-B41D-4109-8320-2716B3EBF701}" v="246" dt="2026-03-17T10:46:36.575"/>
    <p1510:client id="{9AF2830E-CBB1-4245-36ED-006D5451BC20}" v="15" dt="2026-03-17T06:30:25.603"/>
    <p1510:client id="{D81EBD8B-93C0-A773-CC4B-D8A8EB168D2A}" v="15" dt="2026-03-17T05:34:57.8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esh Mohan Pisat" userId="472d6fe4-e0b5-42b9-aca1-7363c4a3b89a" providerId="ADAL" clId="{599A1281-85F0-486F-9B1A-DA0D1E6B0755}"/>
    <pc:docChg chg="undo custSel modSld">
      <pc:chgData name="Bhavesh Mohan Pisat" userId="472d6fe4-e0b5-42b9-aca1-7363c4a3b89a" providerId="ADAL" clId="{599A1281-85F0-486F-9B1A-DA0D1E6B0755}" dt="2026-03-17T07:16:08.826" v="3" actId="1076"/>
      <pc:docMkLst>
        <pc:docMk/>
      </pc:docMkLst>
      <pc:sldChg chg="modSp mod">
        <pc:chgData name="Bhavesh Mohan Pisat" userId="472d6fe4-e0b5-42b9-aca1-7363c4a3b89a" providerId="ADAL" clId="{599A1281-85F0-486F-9B1A-DA0D1E6B0755}" dt="2026-03-17T07:11:47.208" v="1" actId="1076"/>
        <pc:sldMkLst>
          <pc:docMk/>
          <pc:sldMk cId="4276549697" sldId="259"/>
        </pc:sldMkLst>
        <pc:picChg chg="mod">
          <ac:chgData name="Bhavesh Mohan Pisat" userId="472d6fe4-e0b5-42b9-aca1-7363c4a3b89a" providerId="ADAL" clId="{599A1281-85F0-486F-9B1A-DA0D1E6B0755}" dt="2026-03-17T07:11:47.208" v="1" actId="1076"/>
          <ac:picMkLst>
            <pc:docMk/>
            <pc:sldMk cId="4276549697" sldId="259"/>
            <ac:picMk id="7" creationId="{CC030F3C-F64C-579D-2845-1A230D368367}"/>
          </ac:picMkLst>
        </pc:picChg>
      </pc:sldChg>
      <pc:sldChg chg="modSp mod">
        <pc:chgData name="Bhavesh Mohan Pisat" userId="472d6fe4-e0b5-42b9-aca1-7363c4a3b89a" providerId="ADAL" clId="{599A1281-85F0-486F-9B1A-DA0D1E6B0755}" dt="2026-03-17T07:16:08.826" v="3" actId="1076"/>
        <pc:sldMkLst>
          <pc:docMk/>
          <pc:sldMk cId="409398" sldId="274"/>
        </pc:sldMkLst>
        <pc:picChg chg="mod">
          <ac:chgData name="Bhavesh Mohan Pisat" userId="472d6fe4-e0b5-42b9-aca1-7363c4a3b89a" providerId="ADAL" clId="{599A1281-85F0-486F-9B1A-DA0D1E6B0755}" dt="2026-03-17T07:16:08.826" v="3" actId="1076"/>
          <ac:picMkLst>
            <pc:docMk/>
            <pc:sldMk cId="409398" sldId="274"/>
            <ac:picMk id="6" creationId="{8239B9B0-D243-2636-BB91-46E9353DB40F}"/>
          </ac:picMkLst>
        </pc:picChg>
      </pc:sldChg>
    </pc:docChg>
  </pc:docChgLst>
  <pc:docChgLst>
    <pc:chgData name="Meghna Saikia" userId="S::meghna.saikia@mrccgroup.com::5117c41f-21d3-4d79-a91f-73463b62a2f9" providerId="AD" clId="Web-{D81EBD8B-93C0-A773-CC4B-D8A8EB168D2A}"/>
    <pc:docChg chg="mod modSld">
      <pc:chgData name="Meghna Saikia" userId="S::meghna.saikia@mrccgroup.com::5117c41f-21d3-4d79-a91f-73463b62a2f9" providerId="AD" clId="Web-{D81EBD8B-93C0-A773-CC4B-D8A8EB168D2A}" dt="2026-03-17T05:34:48.463" v="6"/>
      <pc:docMkLst>
        <pc:docMk/>
      </pc:docMkLst>
      <pc:sldChg chg="addSp">
        <pc:chgData name="Meghna Saikia" userId="S::meghna.saikia@mrccgroup.com::5117c41f-21d3-4d79-a91f-73463b62a2f9" providerId="AD" clId="Web-{D81EBD8B-93C0-A773-CC4B-D8A8EB168D2A}" dt="2026-03-17T05:32:29.586" v="5"/>
        <pc:sldMkLst>
          <pc:docMk/>
          <pc:sldMk cId="4276549697" sldId="259"/>
        </pc:sldMkLst>
        <pc:inkChg chg="add">
          <ac:chgData name="Meghna Saikia" userId="S::meghna.saikia@mrccgroup.com::5117c41f-21d3-4d79-a91f-73463b62a2f9" providerId="AD" clId="Web-{D81EBD8B-93C0-A773-CC4B-D8A8EB168D2A}" dt="2026-03-17T05:32:29.586" v="5"/>
          <ac:inkMkLst>
            <pc:docMk/>
            <pc:sldMk cId="4276549697" sldId="259"/>
            <ac:inkMk id="2" creationId="{89FFD624-E442-8CC3-6E1B-FDA31FCBF0EB}"/>
          </ac:inkMkLst>
        </pc:inkChg>
      </pc:sldChg>
      <pc:sldChg chg="addSp modSp">
        <pc:chgData name="Meghna Saikia" userId="S::meghna.saikia@mrccgroup.com::5117c41f-21d3-4d79-a91f-73463b62a2f9" providerId="AD" clId="Web-{D81EBD8B-93C0-A773-CC4B-D8A8EB168D2A}" dt="2026-03-17T05:29:59.349" v="4" actId="1076"/>
        <pc:sldMkLst>
          <pc:docMk/>
          <pc:sldMk cId="560554315" sldId="263"/>
        </pc:sldMkLst>
        <pc:inkChg chg="add">
          <ac:chgData name="Meghna Saikia" userId="S::meghna.saikia@mrccgroup.com::5117c41f-21d3-4d79-a91f-73463b62a2f9" providerId="AD" clId="Web-{D81EBD8B-93C0-A773-CC4B-D8A8EB168D2A}" dt="2026-03-17T05:29:36.973" v="0"/>
          <ac:inkMkLst>
            <pc:docMk/>
            <pc:sldMk cId="560554315" sldId="263"/>
            <ac:inkMk id="2" creationId="{1A49DE35-ABC5-8380-031A-7F7C8D263D49}"/>
          </ac:inkMkLst>
        </pc:inkChg>
        <pc:inkChg chg="add mod">
          <ac:chgData name="Meghna Saikia" userId="S::meghna.saikia@mrccgroup.com::5117c41f-21d3-4d79-a91f-73463b62a2f9" providerId="AD" clId="Web-{D81EBD8B-93C0-A773-CC4B-D8A8EB168D2A}" dt="2026-03-17T05:29:59.349" v="4" actId="1076"/>
          <ac:inkMkLst>
            <pc:docMk/>
            <pc:sldMk cId="560554315" sldId="263"/>
            <ac:inkMk id="3" creationId="{6A11158E-CE52-1015-0DD7-B4F0BEBD6584}"/>
          </ac:inkMkLst>
        </pc:inkChg>
        <pc:inkChg chg="add">
          <ac:chgData name="Meghna Saikia" userId="S::meghna.saikia@mrccgroup.com::5117c41f-21d3-4d79-a91f-73463b62a2f9" providerId="AD" clId="Web-{D81EBD8B-93C0-A773-CC4B-D8A8EB168D2A}" dt="2026-03-17T05:29:42.880" v="2"/>
          <ac:inkMkLst>
            <pc:docMk/>
            <pc:sldMk cId="560554315" sldId="263"/>
            <ac:inkMk id="4" creationId="{F60CCCBD-525F-4E92-F2F2-E05E1AE31048}"/>
          </ac:inkMkLst>
        </pc:inkChg>
      </pc:sldChg>
      <pc:sldChg chg="addSp">
        <pc:chgData name="Meghna Saikia" userId="S::meghna.saikia@mrccgroup.com::5117c41f-21d3-4d79-a91f-73463b62a2f9" providerId="AD" clId="Web-{D81EBD8B-93C0-A773-CC4B-D8A8EB168D2A}" dt="2026-03-17T05:34:48.463" v="6"/>
        <pc:sldMkLst>
          <pc:docMk/>
          <pc:sldMk cId="3829516940" sldId="266"/>
        </pc:sldMkLst>
        <pc:inkChg chg="add">
          <ac:chgData name="Meghna Saikia" userId="S::meghna.saikia@mrccgroup.com::5117c41f-21d3-4d79-a91f-73463b62a2f9" providerId="AD" clId="Web-{D81EBD8B-93C0-A773-CC4B-D8A8EB168D2A}" dt="2026-03-17T05:34:48.463" v="6"/>
          <ac:inkMkLst>
            <pc:docMk/>
            <pc:sldMk cId="3829516940" sldId="266"/>
            <ac:inkMk id="2" creationId="{531499FB-3346-31AC-950D-D898CD615F20}"/>
          </ac:inkMkLst>
        </pc:inkChg>
      </pc:sldChg>
    </pc:docChg>
  </pc:docChgLst>
  <pc:docChgLst>
    <pc:chgData name="Meghna Saikia" userId="S::meghna.saikia@mrccgroup.com::5117c41f-21d3-4d79-a91f-73463b62a2f9" providerId="AD" clId="Web-{9AF2830E-CBB1-4245-36ED-006D5451BC20}"/>
    <pc:docChg chg="modSld">
      <pc:chgData name="Meghna Saikia" userId="S::meghna.saikia@mrccgroup.com::5117c41f-21d3-4d79-a91f-73463b62a2f9" providerId="AD" clId="Web-{9AF2830E-CBB1-4245-36ED-006D5451BC20}" dt="2026-03-17T06:29:01.398" v="5"/>
      <pc:docMkLst>
        <pc:docMk/>
      </pc:docMkLst>
      <pc:sldChg chg="addSp">
        <pc:chgData name="Meghna Saikia" userId="S::meghna.saikia@mrccgroup.com::5117c41f-21d3-4d79-a91f-73463b62a2f9" providerId="AD" clId="Web-{9AF2830E-CBB1-4245-36ED-006D5451BC20}" dt="2026-03-17T06:17:10.325" v="2"/>
        <pc:sldMkLst>
          <pc:docMk/>
          <pc:sldMk cId="560554315" sldId="263"/>
        </pc:sldMkLst>
        <pc:inkChg chg="add">
          <ac:chgData name="Meghna Saikia" userId="S::meghna.saikia@mrccgroup.com::5117c41f-21d3-4d79-a91f-73463b62a2f9" providerId="AD" clId="Web-{9AF2830E-CBB1-4245-36ED-006D5451BC20}" dt="2026-03-17T06:17:10.325" v="2"/>
          <ac:inkMkLst>
            <pc:docMk/>
            <pc:sldMk cId="560554315" sldId="263"/>
            <ac:inkMk id="3" creationId="{624168E4-3110-552B-A54E-9699A4E967C6}"/>
          </ac:inkMkLst>
        </pc:inkChg>
      </pc:sldChg>
      <pc:sldChg chg="addSp">
        <pc:chgData name="Meghna Saikia" userId="S::meghna.saikia@mrccgroup.com::5117c41f-21d3-4d79-a91f-73463b62a2f9" providerId="AD" clId="Web-{9AF2830E-CBB1-4245-36ED-006D5451BC20}" dt="2026-03-17T06:19:08.842" v="3"/>
        <pc:sldMkLst>
          <pc:docMk/>
          <pc:sldMk cId="3752169742" sldId="267"/>
        </pc:sldMkLst>
        <pc:inkChg chg="add">
          <ac:chgData name="Meghna Saikia" userId="S::meghna.saikia@mrccgroup.com::5117c41f-21d3-4d79-a91f-73463b62a2f9" providerId="AD" clId="Web-{9AF2830E-CBB1-4245-36ED-006D5451BC20}" dt="2026-03-17T06:19:08.842" v="3"/>
          <ac:inkMkLst>
            <pc:docMk/>
            <pc:sldMk cId="3752169742" sldId="267"/>
            <ac:inkMk id="2" creationId="{45FD3744-8EC6-C024-E3EE-EBEC73A0D9C8}"/>
          </ac:inkMkLst>
        </pc:inkChg>
      </pc:sldChg>
      <pc:sldChg chg="addSp">
        <pc:chgData name="Meghna Saikia" userId="S::meghna.saikia@mrccgroup.com::5117c41f-21d3-4d79-a91f-73463b62a2f9" providerId="AD" clId="Web-{9AF2830E-CBB1-4245-36ED-006D5451BC20}" dt="2026-03-17T06:29:01.398" v="5"/>
        <pc:sldMkLst>
          <pc:docMk/>
          <pc:sldMk cId="2838621449" sldId="268"/>
        </pc:sldMkLst>
        <pc:inkChg chg="add">
          <ac:chgData name="Meghna Saikia" userId="S::meghna.saikia@mrccgroup.com::5117c41f-21d3-4d79-a91f-73463b62a2f9" providerId="AD" clId="Web-{9AF2830E-CBB1-4245-36ED-006D5451BC20}" dt="2026-03-17T06:28:57.164" v="4"/>
          <ac:inkMkLst>
            <pc:docMk/>
            <pc:sldMk cId="2838621449" sldId="268"/>
            <ac:inkMk id="2" creationId="{6CBC74B9-ACD2-F8F5-FFB8-9716DBF04CBF}"/>
          </ac:inkMkLst>
        </pc:inkChg>
        <pc:inkChg chg="add">
          <ac:chgData name="Meghna Saikia" userId="S::meghna.saikia@mrccgroup.com::5117c41f-21d3-4d79-a91f-73463b62a2f9" providerId="AD" clId="Web-{9AF2830E-CBB1-4245-36ED-006D5451BC20}" dt="2026-03-17T06:29:01.398" v="5"/>
          <ac:inkMkLst>
            <pc:docMk/>
            <pc:sldMk cId="2838621449" sldId="268"/>
            <ac:inkMk id="3" creationId="{31F4125F-9390-B30C-E463-D17E06A3B6C8}"/>
          </ac:inkMkLst>
        </pc:inkChg>
      </pc:sldChg>
      <pc:sldChg chg="addSp">
        <pc:chgData name="Meghna Saikia" userId="S::meghna.saikia@mrccgroup.com::5117c41f-21d3-4d79-a91f-73463b62a2f9" providerId="AD" clId="Web-{9AF2830E-CBB1-4245-36ED-006D5451BC20}" dt="2026-03-17T06:10:56.786" v="1"/>
        <pc:sldMkLst>
          <pc:docMk/>
          <pc:sldMk cId="2981711801" sldId="271"/>
        </pc:sldMkLst>
        <pc:inkChg chg="add">
          <ac:chgData name="Meghna Saikia" userId="S::meghna.saikia@mrccgroup.com::5117c41f-21d3-4d79-a91f-73463b62a2f9" providerId="AD" clId="Web-{9AF2830E-CBB1-4245-36ED-006D5451BC20}" dt="2026-03-17T06:10:56.786" v="1"/>
          <ac:inkMkLst>
            <pc:docMk/>
            <pc:sldMk cId="2981711801" sldId="271"/>
            <ac:inkMk id="2" creationId="{EE691630-8EBC-EB20-91F7-36FF289B0B7E}"/>
          </ac:inkMkLst>
        </pc:inkChg>
      </pc:sldChg>
      <pc:sldChg chg="addSp">
        <pc:chgData name="Meghna Saikia" userId="S::meghna.saikia@mrccgroup.com::5117c41f-21d3-4d79-a91f-73463b62a2f9" providerId="AD" clId="Web-{9AF2830E-CBB1-4245-36ED-006D5451BC20}" dt="2026-03-17T06:09:11.927" v="0"/>
        <pc:sldMkLst>
          <pc:docMk/>
          <pc:sldMk cId="1897035669" sldId="275"/>
        </pc:sldMkLst>
        <pc:inkChg chg="add">
          <ac:chgData name="Meghna Saikia" userId="S::meghna.saikia@mrccgroup.com::5117c41f-21d3-4d79-a91f-73463b62a2f9" providerId="AD" clId="Web-{9AF2830E-CBB1-4245-36ED-006D5451BC20}" dt="2026-03-17T06:09:11.927" v="0"/>
          <ac:inkMkLst>
            <pc:docMk/>
            <pc:sldMk cId="1897035669" sldId="275"/>
            <ac:inkMk id="2" creationId="{BD63AA33-D701-7855-55C2-C092DC74D44B}"/>
          </ac:inkMkLst>
        </pc:inkChg>
      </pc:sldChg>
    </pc:docChg>
  </pc:docChgLst>
  <pc:docChgLst>
    <pc:chgData name="Vijayaragavan Gunasekaran" userId="S::vijayaragavan.gunasekaran@mrccgroup.com::0814f0cf-ec1f-4ce7-ac76-e7d037fdb795" providerId="AD" clId="Web-{1153BA37-0A9F-4642-934A-E4B60E5C7199}"/>
    <pc:docChg chg="modSld">
      <pc:chgData name="Vijayaragavan Gunasekaran" userId="S::vijayaragavan.gunasekaran@mrccgroup.com::0814f0cf-ec1f-4ce7-ac76-e7d037fdb795" providerId="AD" clId="Web-{1153BA37-0A9F-4642-934A-E4B60E5C7199}" dt="2026-03-17T10:20:47.809" v="1" actId="1076"/>
      <pc:docMkLst>
        <pc:docMk/>
      </pc:docMkLst>
      <pc:sldChg chg="modSp">
        <pc:chgData name="Vijayaragavan Gunasekaran" userId="S::vijayaragavan.gunasekaran@mrccgroup.com::0814f0cf-ec1f-4ce7-ac76-e7d037fdb795" providerId="AD" clId="Web-{1153BA37-0A9F-4642-934A-E4B60E5C7199}" dt="2026-03-17T10:20:47.809" v="1" actId="1076"/>
        <pc:sldMkLst>
          <pc:docMk/>
          <pc:sldMk cId="4276549697" sldId="259"/>
        </pc:sldMkLst>
        <pc:picChg chg="mod">
          <ac:chgData name="Vijayaragavan Gunasekaran" userId="S::vijayaragavan.gunasekaran@mrccgroup.com::0814f0cf-ec1f-4ce7-ac76-e7d037fdb795" providerId="AD" clId="Web-{1153BA37-0A9F-4642-934A-E4B60E5C7199}" dt="2026-03-17T10:20:47.809" v="1" actId="1076"/>
          <ac:picMkLst>
            <pc:docMk/>
            <pc:sldMk cId="4276549697" sldId="259"/>
            <ac:picMk id="9" creationId="{C5628EE3-850B-BDB4-BA56-F8EB3AC15FDC}"/>
          </ac:picMkLst>
        </pc:picChg>
      </pc:sldChg>
    </pc:docChg>
  </pc:docChgLst>
  <pc:docChgLst>
    <pc:chgData name="Amit Gupt" userId="ae2ea24d-1bba-4469-996f-b870fbaca87b" providerId="ADAL" clId="{0F8C6365-AE5E-4C15-BC5E-14FD82F69E46}"/>
    <pc:docChg chg="undo custSel addSld delSld modSld">
      <pc:chgData name="Amit Gupt" userId="ae2ea24d-1bba-4469-996f-b870fbaca87b" providerId="ADAL" clId="{0F8C6365-AE5E-4C15-BC5E-14FD82F69E46}" dt="2026-03-17T10:46:36.575" v="248" actId="732"/>
      <pc:docMkLst>
        <pc:docMk/>
      </pc:docMkLst>
      <pc:sldChg chg="addSp delSp modSp mod">
        <pc:chgData name="Amit Gupt" userId="ae2ea24d-1bba-4469-996f-b870fbaca87b" providerId="ADAL" clId="{0F8C6365-AE5E-4C15-BC5E-14FD82F69E46}" dt="2026-03-17T06:32:16.839" v="82" actId="732"/>
        <pc:sldMkLst>
          <pc:docMk/>
          <pc:sldMk cId="1942679293" sldId="257"/>
        </pc:sldMkLst>
        <pc:picChg chg="add mod modCrop">
          <ac:chgData name="Amit Gupt" userId="ae2ea24d-1bba-4469-996f-b870fbaca87b" providerId="ADAL" clId="{0F8C6365-AE5E-4C15-BC5E-14FD82F69E46}" dt="2026-03-17T06:32:16.839" v="82" actId="732"/>
          <ac:picMkLst>
            <pc:docMk/>
            <pc:sldMk cId="1942679293" sldId="257"/>
            <ac:picMk id="3" creationId="{5407B574-BC13-BDBD-361D-2F740A65CD27}"/>
          </ac:picMkLst>
        </pc:picChg>
        <pc:picChg chg="del">
          <ac:chgData name="Amit Gupt" userId="ae2ea24d-1bba-4469-996f-b870fbaca87b" providerId="ADAL" clId="{0F8C6365-AE5E-4C15-BC5E-14FD82F69E46}" dt="2026-03-17T06:31:59.005" v="76" actId="478"/>
          <ac:picMkLst>
            <pc:docMk/>
            <pc:sldMk cId="1942679293" sldId="257"/>
            <ac:picMk id="4" creationId="{D677684F-59BD-FB83-40EA-97CE3AD7261C}"/>
          </ac:picMkLst>
        </pc:picChg>
      </pc:sldChg>
      <pc:sldChg chg="addSp delSp modSp mod">
        <pc:chgData name="Amit Gupt" userId="ae2ea24d-1bba-4469-996f-b870fbaca87b" providerId="ADAL" clId="{0F8C6365-AE5E-4C15-BC5E-14FD82F69E46}" dt="2026-03-17T08:02:18.550" v="171" actId="732"/>
        <pc:sldMkLst>
          <pc:docMk/>
          <pc:sldMk cId="4276549697" sldId="259"/>
        </pc:sldMkLst>
        <pc:picChg chg="add del mod modCrop">
          <ac:chgData name="Amit Gupt" userId="ae2ea24d-1bba-4469-996f-b870fbaca87b" providerId="ADAL" clId="{0F8C6365-AE5E-4C15-BC5E-14FD82F69E46}" dt="2026-03-17T06:33:37.112" v="83" actId="478"/>
          <ac:picMkLst>
            <pc:docMk/>
            <pc:sldMk cId="4276549697" sldId="259"/>
            <ac:picMk id="4" creationId="{743AFCD1-D1C4-3AFE-EA0C-ADEA7E509624}"/>
          </ac:picMkLst>
        </pc:picChg>
        <pc:picChg chg="del">
          <ac:chgData name="Amit Gupt" userId="ae2ea24d-1bba-4469-996f-b870fbaca87b" providerId="ADAL" clId="{0F8C6365-AE5E-4C15-BC5E-14FD82F69E46}" dt="2026-03-17T05:53:31.014" v="8" actId="478"/>
          <ac:picMkLst>
            <pc:docMk/>
            <pc:sldMk cId="4276549697" sldId="259"/>
            <ac:picMk id="6" creationId="{9B0DBC93-6E02-F953-3655-CD69F8104A26}"/>
          </ac:picMkLst>
        </pc:picChg>
        <pc:picChg chg="add del mod modCrop">
          <ac:chgData name="Amit Gupt" userId="ae2ea24d-1bba-4469-996f-b870fbaca87b" providerId="ADAL" clId="{0F8C6365-AE5E-4C15-BC5E-14FD82F69E46}" dt="2026-03-17T08:01:57.588" v="165" actId="478"/>
          <ac:picMkLst>
            <pc:docMk/>
            <pc:sldMk cId="4276549697" sldId="259"/>
            <ac:picMk id="7" creationId="{CC030F3C-F64C-579D-2845-1A230D368367}"/>
          </ac:picMkLst>
        </pc:picChg>
        <pc:picChg chg="add mod modCrop">
          <ac:chgData name="Amit Gupt" userId="ae2ea24d-1bba-4469-996f-b870fbaca87b" providerId="ADAL" clId="{0F8C6365-AE5E-4C15-BC5E-14FD82F69E46}" dt="2026-03-17T08:02:18.550" v="171" actId="732"/>
          <ac:picMkLst>
            <pc:docMk/>
            <pc:sldMk cId="4276549697" sldId="259"/>
            <ac:picMk id="9" creationId="{C5628EE3-850B-BDB4-BA56-F8EB3AC15FDC}"/>
          </ac:picMkLst>
        </pc:picChg>
        <pc:inkChg chg="del">
          <ac:chgData name="Amit Gupt" userId="ae2ea24d-1bba-4469-996f-b870fbaca87b" providerId="ADAL" clId="{0F8C6365-AE5E-4C15-BC5E-14FD82F69E46}" dt="2026-03-17T05:53:31.920" v="9" actId="478"/>
          <ac:inkMkLst>
            <pc:docMk/>
            <pc:sldMk cId="4276549697" sldId="259"/>
            <ac:inkMk id="2" creationId="{89FFD624-E442-8CC3-6E1B-FDA31FCBF0EB}"/>
          </ac:inkMkLst>
        </pc:inkChg>
      </pc:sldChg>
      <pc:sldChg chg="addSp delSp modSp mod">
        <pc:chgData name="Amit Gupt" userId="ae2ea24d-1bba-4469-996f-b870fbaca87b" providerId="ADAL" clId="{0F8C6365-AE5E-4C15-BC5E-14FD82F69E46}" dt="2026-03-17T08:08:48.055" v="179" actId="732"/>
        <pc:sldMkLst>
          <pc:docMk/>
          <pc:sldMk cId="2529597079" sldId="260"/>
        </pc:sldMkLst>
        <pc:picChg chg="del">
          <ac:chgData name="Amit Gupt" userId="ae2ea24d-1bba-4469-996f-b870fbaca87b" providerId="ADAL" clId="{0F8C6365-AE5E-4C15-BC5E-14FD82F69E46}" dt="2026-03-17T08:08:29.026" v="172" actId="478"/>
          <ac:picMkLst>
            <pc:docMk/>
            <pc:sldMk cId="2529597079" sldId="260"/>
            <ac:picMk id="3" creationId="{DEDE3D4F-B031-EC1B-B5FA-92C4B7D57A4D}"/>
          </ac:picMkLst>
        </pc:picChg>
        <pc:picChg chg="add mod modCrop">
          <ac:chgData name="Amit Gupt" userId="ae2ea24d-1bba-4469-996f-b870fbaca87b" providerId="ADAL" clId="{0F8C6365-AE5E-4C15-BC5E-14FD82F69E46}" dt="2026-03-17T08:08:48.055" v="179" actId="732"/>
          <ac:picMkLst>
            <pc:docMk/>
            <pc:sldMk cId="2529597079" sldId="260"/>
            <ac:picMk id="4" creationId="{FBEB7680-5812-18DD-FF77-1BC652BDCA12}"/>
          </ac:picMkLst>
        </pc:picChg>
      </pc:sldChg>
      <pc:sldChg chg="addSp delSp modSp mod">
        <pc:chgData name="Amit Gupt" userId="ae2ea24d-1bba-4469-996f-b870fbaca87b" providerId="ADAL" clId="{0F8C6365-AE5E-4C15-BC5E-14FD82F69E46}" dt="2026-03-17T08:09:03.766" v="186" actId="732"/>
        <pc:sldMkLst>
          <pc:docMk/>
          <pc:sldMk cId="2198908758" sldId="261"/>
        </pc:sldMkLst>
        <pc:picChg chg="del">
          <ac:chgData name="Amit Gupt" userId="ae2ea24d-1bba-4469-996f-b870fbaca87b" providerId="ADAL" clId="{0F8C6365-AE5E-4C15-BC5E-14FD82F69E46}" dt="2026-03-17T08:08:30.938" v="173" actId="478"/>
          <ac:picMkLst>
            <pc:docMk/>
            <pc:sldMk cId="2198908758" sldId="261"/>
            <ac:picMk id="3" creationId="{0BDD7F20-D519-C699-3743-73A3FEAE4C37}"/>
          </ac:picMkLst>
        </pc:picChg>
        <pc:picChg chg="add mod modCrop">
          <ac:chgData name="Amit Gupt" userId="ae2ea24d-1bba-4469-996f-b870fbaca87b" providerId="ADAL" clId="{0F8C6365-AE5E-4C15-BC5E-14FD82F69E46}" dt="2026-03-17T08:09:03.766" v="186" actId="732"/>
          <ac:picMkLst>
            <pc:docMk/>
            <pc:sldMk cId="2198908758" sldId="261"/>
            <ac:picMk id="4" creationId="{9E3031DF-146F-5145-501E-2A6ACAB27A1A}"/>
          </ac:picMkLst>
        </pc:picChg>
      </pc:sldChg>
      <pc:sldChg chg="addSp delSp modSp mod">
        <pc:chgData name="Amit Gupt" userId="ae2ea24d-1bba-4469-996f-b870fbaca87b" providerId="ADAL" clId="{0F8C6365-AE5E-4C15-BC5E-14FD82F69E46}" dt="2026-03-17T05:56:08.680" v="30" actId="732"/>
        <pc:sldMkLst>
          <pc:docMk/>
          <pc:sldMk cId="3522406219" sldId="262"/>
        </pc:sldMkLst>
        <pc:picChg chg="del">
          <ac:chgData name="Amit Gupt" userId="ae2ea24d-1bba-4469-996f-b870fbaca87b" providerId="ADAL" clId="{0F8C6365-AE5E-4C15-BC5E-14FD82F69E46}" dt="2026-03-17T05:55:50.944" v="24" actId="478"/>
          <ac:picMkLst>
            <pc:docMk/>
            <pc:sldMk cId="3522406219" sldId="262"/>
            <ac:picMk id="3" creationId="{2F90BFBE-7D57-1170-D8A8-11014BB69B17}"/>
          </ac:picMkLst>
        </pc:picChg>
        <pc:picChg chg="add mod modCrop">
          <ac:chgData name="Amit Gupt" userId="ae2ea24d-1bba-4469-996f-b870fbaca87b" providerId="ADAL" clId="{0F8C6365-AE5E-4C15-BC5E-14FD82F69E46}" dt="2026-03-17T05:56:08.680" v="30" actId="732"/>
          <ac:picMkLst>
            <pc:docMk/>
            <pc:sldMk cId="3522406219" sldId="262"/>
            <ac:picMk id="4" creationId="{5F1EBFAD-CF9C-D686-AD9E-E6CF3DEC62B8}"/>
          </ac:picMkLst>
        </pc:picChg>
      </pc:sldChg>
      <pc:sldChg chg="addSp delSp modSp mod">
        <pc:chgData name="Amit Gupt" userId="ae2ea24d-1bba-4469-996f-b870fbaca87b" providerId="ADAL" clId="{0F8C6365-AE5E-4C15-BC5E-14FD82F69E46}" dt="2026-03-17T10:29:18.095" v="214" actId="732"/>
        <pc:sldMkLst>
          <pc:docMk/>
          <pc:sldMk cId="560554315" sldId="263"/>
        </pc:sldMkLst>
        <pc:picChg chg="add mod modCrop">
          <ac:chgData name="Amit Gupt" userId="ae2ea24d-1bba-4469-996f-b870fbaca87b" providerId="ADAL" clId="{0F8C6365-AE5E-4C15-BC5E-14FD82F69E46}" dt="2026-03-17T10:29:18.095" v="214" actId="732"/>
          <ac:picMkLst>
            <pc:docMk/>
            <pc:sldMk cId="560554315" sldId="263"/>
            <ac:picMk id="3" creationId="{E5ED0152-B447-6AA2-2578-1049004FD878}"/>
          </ac:picMkLst>
        </pc:picChg>
        <pc:picChg chg="add del mod modCrop">
          <ac:chgData name="Amit Gupt" userId="ae2ea24d-1bba-4469-996f-b870fbaca87b" providerId="ADAL" clId="{0F8C6365-AE5E-4C15-BC5E-14FD82F69E46}" dt="2026-03-17T06:35:04.214" v="90" actId="478"/>
          <ac:picMkLst>
            <pc:docMk/>
            <pc:sldMk cId="560554315" sldId="263"/>
            <ac:picMk id="6" creationId="{03F734D0-1F36-DFFF-16F6-439A65A345BB}"/>
          </ac:picMkLst>
        </pc:picChg>
        <pc:picChg chg="del">
          <ac:chgData name="Amit Gupt" userId="ae2ea24d-1bba-4469-996f-b870fbaca87b" providerId="ADAL" clId="{0F8C6365-AE5E-4C15-BC5E-14FD82F69E46}" dt="2026-03-17T05:52:51.256" v="0" actId="478"/>
          <ac:picMkLst>
            <pc:docMk/>
            <pc:sldMk cId="560554315" sldId="263"/>
            <ac:picMk id="7" creationId="{3F42B640-C3FF-80A3-9692-706C368F31A5}"/>
          </ac:picMkLst>
        </pc:picChg>
        <pc:picChg chg="add del mod modCrop">
          <ac:chgData name="Amit Gupt" userId="ae2ea24d-1bba-4469-996f-b870fbaca87b" providerId="ADAL" clId="{0F8C6365-AE5E-4C15-BC5E-14FD82F69E46}" dt="2026-03-17T10:28:36.768" v="207" actId="478"/>
          <ac:picMkLst>
            <pc:docMk/>
            <pc:sldMk cId="560554315" sldId="263"/>
            <ac:picMk id="9" creationId="{A5116CA8-5646-07BE-6470-8A04351D8E8B}"/>
          </ac:picMkLst>
        </pc:picChg>
        <pc:inkChg chg="del">
          <ac:chgData name="Amit Gupt" userId="ae2ea24d-1bba-4469-996f-b870fbaca87b" providerId="ADAL" clId="{0F8C6365-AE5E-4C15-BC5E-14FD82F69E46}" dt="2026-03-17T06:35:05.518" v="91" actId="478"/>
          <ac:inkMkLst>
            <pc:docMk/>
            <pc:sldMk cId="560554315" sldId="263"/>
            <ac:inkMk id="2" creationId="{1A49DE35-ABC5-8380-031A-7F7C8D263D49}"/>
          </ac:inkMkLst>
        </pc:inkChg>
        <pc:inkChg chg="del">
          <ac:chgData name="Amit Gupt" userId="ae2ea24d-1bba-4469-996f-b870fbaca87b" providerId="ADAL" clId="{0F8C6365-AE5E-4C15-BC5E-14FD82F69E46}" dt="2026-03-17T06:35:05.518" v="91" actId="478"/>
          <ac:inkMkLst>
            <pc:docMk/>
            <pc:sldMk cId="560554315" sldId="263"/>
            <ac:inkMk id="3" creationId="{624168E4-3110-552B-A54E-9699A4E967C6}"/>
          </ac:inkMkLst>
        </pc:inkChg>
        <pc:inkChg chg="del">
          <ac:chgData name="Amit Gupt" userId="ae2ea24d-1bba-4469-996f-b870fbaca87b" providerId="ADAL" clId="{0F8C6365-AE5E-4C15-BC5E-14FD82F69E46}" dt="2026-03-17T05:52:53.090" v="1" actId="478"/>
          <ac:inkMkLst>
            <pc:docMk/>
            <pc:sldMk cId="560554315" sldId="263"/>
            <ac:inkMk id="3" creationId="{6A11158E-CE52-1015-0DD7-B4F0BEBD6584}"/>
          </ac:inkMkLst>
        </pc:inkChg>
        <pc:inkChg chg="del">
          <ac:chgData name="Amit Gupt" userId="ae2ea24d-1bba-4469-996f-b870fbaca87b" providerId="ADAL" clId="{0F8C6365-AE5E-4C15-BC5E-14FD82F69E46}" dt="2026-03-17T06:35:05.518" v="91" actId="478"/>
          <ac:inkMkLst>
            <pc:docMk/>
            <pc:sldMk cId="560554315" sldId="263"/>
            <ac:inkMk id="4" creationId="{F60CCCBD-525F-4E92-F2F2-E05E1AE31048}"/>
          </ac:inkMkLst>
        </pc:inkChg>
      </pc:sldChg>
      <pc:sldChg chg="addSp delSp modSp mod">
        <pc:chgData name="Amit Gupt" userId="ae2ea24d-1bba-4469-996f-b870fbaca87b" providerId="ADAL" clId="{0F8C6365-AE5E-4C15-BC5E-14FD82F69E46}" dt="2026-03-17T06:02:43.290" v="38" actId="732"/>
        <pc:sldMkLst>
          <pc:docMk/>
          <pc:sldMk cId="2375334205" sldId="264"/>
        </pc:sldMkLst>
        <pc:picChg chg="add mod modCrop">
          <ac:chgData name="Amit Gupt" userId="ae2ea24d-1bba-4469-996f-b870fbaca87b" providerId="ADAL" clId="{0F8C6365-AE5E-4C15-BC5E-14FD82F69E46}" dt="2026-03-17T06:02:43.290" v="38" actId="732"/>
          <ac:picMkLst>
            <pc:docMk/>
            <pc:sldMk cId="2375334205" sldId="264"/>
            <ac:picMk id="3" creationId="{2F6E5DC6-0DE1-C216-BCDE-C41C29596A43}"/>
          </ac:picMkLst>
        </pc:picChg>
        <pc:picChg chg="del">
          <ac:chgData name="Amit Gupt" userId="ae2ea24d-1bba-4469-996f-b870fbaca87b" providerId="ADAL" clId="{0F8C6365-AE5E-4C15-BC5E-14FD82F69E46}" dt="2026-03-17T06:01:58.851" v="32" actId="478"/>
          <ac:picMkLst>
            <pc:docMk/>
            <pc:sldMk cId="2375334205" sldId="264"/>
            <ac:picMk id="10" creationId="{15E784A1-46A0-0D06-0FCF-48F0223FB3CE}"/>
          </ac:picMkLst>
        </pc:picChg>
      </pc:sldChg>
      <pc:sldChg chg="addSp delSp modSp mod">
        <pc:chgData name="Amit Gupt" userId="ae2ea24d-1bba-4469-996f-b870fbaca87b" providerId="ADAL" clId="{0F8C6365-AE5E-4C15-BC5E-14FD82F69E46}" dt="2026-03-17T07:41:47.878" v="142" actId="732"/>
        <pc:sldMkLst>
          <pc:docMk/>
          <pc:sldMk cId="3829516940" sldId="266"/>
        </pc:sldMkLst>
        <pc:picChg chg="add del mod modCrop">
          <ac:chgData name="Amit Gupt" userId="ae2ea24d-1bba-4469-996f-b870fbaca87b" providerId="ADAL" clId="{0F8C6365-AE5E-4C15-BC5E-14FD82F69E46}" dt="2026-03-17T07:41:23.747" v="135" actId="478"/>
          <ac:picMkLst>
            <pc:docMk/>
            <pc:sldMk cId="3829516940" sldId="266"/>
            <ac:picMk id="4" creationId="{211F617F-1BB5-F754-5641-49EC8A5CE41D}"/>
          </ac:picMkLst>
        </pc:picChg>
        <pc:picChg chg="add mod modCrop">
          <ac:chgData name="Amit Gupt" userId="ae2ea24d-1bba-4469-996f-b870fbaca87b" providerId="ADAL" clId="{0F8C6365-AE5E-4C15-BC5E-14FD82F69E46}" dt="2026-03-17T07:41:47.878" v="142" actId="732"/>
          <ac:picMkLst>
            <pc:docMk/>
            <pc:sldMk cId="3829516940" sldId="266"/>
            <ac:picMk id="6" creationId="{E826039B-E1E9-E704-4D7D-8A53C68020A1}"/>
          </ac:picMkLst>
        </pc:picChg>
        <pc:picChg chg="del">
          <ac:chgData name="Amit Gupt" userId="ae2ea24d-1bba-4469-996f-b870fbaca87b" providerId="ADAL" clId="{0F8C6365-AE5E-4C15-BC5E-14FD82F69E46}" dt="2026-03-17T06:02:45.747" v="39" actId="478"/>
          <ac:picMkLst>
            <pc:docMk/>
            <pc:sldMk cId="3829516940" sldId="266"/>
            <ac:picMk id="8" creationId="{54DC9782-0CDB-5FF4-5D32-B97B7E83FD9E}"/>
          </ac:picMkLst>
        </pc:picChg>
        <pc:inkChg chg="del">
          <ac:chgData name="Amit Gupt" userId="ae2ea24d-1bba-4469-996f-b870fbaca87b" providerId="ADAL" clId="{0F8C6365-AE5E-4C15-BC5E-14FD82F69E46}" dt="2026-03-17T05:56:17.476" v="31" actId="478"/>
          <ac:inkMkLst>
            <pc:docMk/>
            <pc:sldMk cId="3829516940" sldId="266"/>
            <ac:inkMk id="2" creationId="{531499FB-3346-31AC-950D-D898CD615F20}"/>
          </ac:inkMkLst>
        </pc:inkChg>
      </pc:sldChg>
      <pc:sldChg chg="addSp delSp modSp mod">
        <pc:chgData name="Amit Gupt" userId="ae2ea24d-1bba-4469-996f-b870fbaca87b" providerId="ADAL" clId="{0F8C6365-AE5E-4C15-BC5E-14FD82F69E46}" dt="2026-03-17T06:36:05.832" v="109" actId="732"/>
        <pc:sldMkLst>
          <pc:docMk/>
          <pc:sldMk cId="3752169742" sldId="267"/>
        </pc:sldMkLst>
        <pc:picChg chg="add del mod modCrop">
          <ac:chgData name="Amit Gupt" userId="ae2ea24d-1bba-4469-996f-b870fbaca87b" providerId="ADAL" clId="{0F8C6365-AE5E-4C15-BC5E-14FD82F69E46}" dt="2026-03-17T06:35:39.740" v="99" actId="478"/>
          <ac:picMkLst>
            <pc:docMk/>
            <pc:sldMk cId="3752169742" sldId="267"/>
            <ac:picMk id="3" creationId="{BE5879C4-540B-A908-CCBF-1FBC6685BBA5}"/>
          </ac:picMkLst>
        </pc:picChg>
        <pc:picChg chg="add mod modCrop">
          <ac:chgData name="Amit Gupt" userId="ae2ea24d-1bba-4469-996f-b870fbaca87b" providerId="ADAL" clId="{0F8C6365-AE5E-4C15-BC5E-14FD82F69E46}" dt="2026-03-17T06:36:05.832" v="109" actId="732"/>
          <ac:picMkLst>
            <pc:docMk/>
            <pc:sldMk cId="3752169742" sldId="267"/>
            <ac:picMk id="5" creationId="{5F2897AB-DB4B-AA3A-48F1-982B7ED412C4}"/>
          </ac:picMkLst>
        </pc:picChg>
        <pc:picChg chg="del">
          <ac:chgData name="Amit Gupt" userId="ae2ea24d-1bba-4469-996f-b870fbaca87b" providerId="ADAL" clId="{0F8C6365-AE5E-4C15-BC5E-14FD82F69E46}" dt="2026-03-17T05:53:56.614" v="17" actId="478"/>
          <ac:picMkLst>
            <pc:docMk/>
            <pc:sldMk cId="3752169742" sldId="267"/>
            <ac:picMk id="6" creationId="{C2E948B7-5666-3096-2073-D3965B01971E}"/>
          </ac:picMkLst>
        </pc:picChg>
        <pc:inkChg chg="del">
          <ac:chgData name="Amit Gupt" userId="ae2ea24d-1bba-4469-996f-b870fbaca87b" providerId="ADAL" clId="{0F8C6365-AE5E-4C15-BC5E-14FD82F69E46}" dt="2026-03-17T06:35:40.645" v="100" actId="478"/>
          <ac:inkMkLst>
            <pc:docMk/>
            <pc:sldMk cId="3752169742" sldId="267"/>
            <ac:inkMk id="2" creationId="{45FD3744-8EC6-C024-E3EE-EBEC73A0D9C8}"/>
          </ac:inkMkLst>
        </pc:inkChg>
      </pc:sldChg>
      <pc:sldChg chg="addSp delSp modSp mod modCm">
        <pc:chgData name="Amit Gupt" userId="ae2ea24d-1bba-4469-996f-b870fbaca87b" providerId="ADAL" clId="{0F8C6365-AE5E-4C15-BC5E-14FD82F69E46}" dt="2026-03-17T07:35:20.955" v="134" actId="732"/>
        <pc:sldMkLst>
          <pc:docMk/>
          <pc:sldMk cId="2838621449" sldId="268"/>
        </pc:sldMkLst>
        <pc:picChg chg="add del">
          <ac:chgData name="Amit Gupt" userId="ae2ea24d-1bba-4469-996f-b870fbaca87b" providerId="ADAL" clId="{0F8C6365-AE5E-4C15-BC5E-14FD82F69E46}" dt="2026-03-17T07:34:50.838" v="125" actId="478"/>
          <ac:picMkLst>
            <pc:docMk/>
            <pc:sldMk cId="2838621449" sldId="268"/>
            <ac:picMk id="4" creationId="{26CF15BD-C422-2CD9-6C8F-0C07DB69A12E}"/>
          </ac:picMkLst>
        </pc:picChg>
        <pc:picChg chg="add del mod">
          <ac:chgData name="Amit Gupt" userId="ae2ea24d-1bba-4469-996f-b870fbaca87b" providerId="ADAL" clId="{0F8C6365-AE5E-4C15-BC5E-14FD82F69E46}" dt="2026-03-17T07:34:39.591" v="121" actId="931"/>
          <ac:picMkLst>
            <pc:docMk/>
            <pc:sldMk cId="2838621449" sldId="268"/>
            <ac:picMk id="6" creationId="{02722180-8CB1-0B99-BC70-16F6C4F7F400}"/>
          </ac:picMkLst>
        </pc:picChg>
        <pc:picChg chg="add mod modCrop">
          <ac:chgData name="Amit Gupt" userId="ae2ea24d-1bba-4469-996f-b870fbaca87b" providerId="ADAL" clId="{0F8C6365-AE5E-4C15-BC5E-14FD82F69E46}" dt="2026-03-17T07:35:20.955" v="134" actId="732"/>
          <ac:picMkLst>
            <pc:docMk/>
            <pc:sldMk cId="2838621449" sldId="268"/>
            <ac:picMk id="8" creationId="{DBF5A2B7-034B-7830-59D7-145747EBEBE1}"/>
          </ac:picMkLst>
        </pc:picChg>
        <pc:inkChg chg="add del">
          <ac:chgData name="Amit Gupt" userId="ae2ea24d-1bba-4469-996f-b870fbaca87b" providerId="ADAL" clId="{0F8C6365-AE5E-4C15-BC5E-14FD82F69E46}" dt="2026-03-17T07:34:52.353" v="126" actId="478"/>
          <ac:inkMkLst>
            <pc:docMk/>
            <pc:sldMk cId="2838621449" sldId="268"/>
            <ac:inkMk id="2" creationId="{6CBC74B9-ACD2-F8F5-FFB8-9716DBF04CBF}"/>
          </ac:inkMkLst>
        </pc:inkChg>
        <pc:inkChg chg="add del">
          <ac:chgData name="Amit Gupt" userId="ae2ea24d-1bba-4469-996f-b870fbaca87b" providerId="ADAL" clId="{0F8C6365-AE5E-4C15-BC5E-14FD82F69E46}" dt="2026-03-17T07:34:52.353" v="126" actId="478"/>
          <ac:inkMkLst>
            <pc:docMk/>
            <pc:sldMk cId="2838621449" sldId="268"/>
            <ac:inkMk id="3" creationId="{31F4125F-9390-B30C-E463-D17E06A3B6C8}"/>
          </ac:inkMkLst>
        </pc:ink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mit Gupt" userId="ae2ea24d-1bba-4469-996f-b870fbaca87b" providerId="ADAL" clId="{0F8C6365-AE5E-4C15-BC5E-14FD82F69E46}" dt="2026-03-17T07:34:40.076" v="122" actId="478"/>
              <pc2:cmMkLst xmlns:pc2="http://schemas.microsoft.com/office/powerpoint/2019/9/main/command">
                <pc:docMk/>
                <pc:sldMk cId="2838621449" sldId="268"/>
                <pc2:cmMk id="{620D8DA5-56F2-4939-A60D-AAD0FADA061D}"/>
              </pc2:cmMkLst>
            </pc226:cmChg>
          </p:ext>
        </pc:extLst>
      </pc:sldChg>
      <pc:sldChg chg="addSp delSp modSp add del mod">
        <pc:chgData name="Amit Gupt" userId="ae2ea24d-1bba-4469-996f-b870fbaca87b" providerId="ADAL" clId="{0F8C6365-AE5E-4C15-BC5E-14FD82F69E46}" dt="2026-03-17T10:34:25.601" v="231" actId="47"/>
        <pc:sldMkLst>
          <pc:docMk/>
          <pc:sldMk cId="2663605409" sldId="269"/>
        </pc:sldMkLst>
        <pc:picChg chg="add mod modCrop">
          <ac:chgData name="Amit Gupt" userId="ae2ea24d-1bba-4469-996f-b870fbaca87b" providerId="ADAL" clId="{0F8C6365-AE5E-4C15-BC5E-14FD82F69E46}" dt="2026-03-17T06:05:39.271" v="52" actId="732"/>
          <ac:picMkLst>
            <pc:docMk/>
            <pc:sldMk cId="2663605409" sldId="269"/>
            <ac:picMk id="3" creationId="{3225C6B8-B1F1-14AC-28E1-8B40F46F5F85}"/>
          </ac:picMkLst>
        </pc:picChg>
        <pc:picChg chg="del">
          <ac:chgData name="Amit Gupt" userId="ae2ea24d-1bba-4469-996f-b870fbaca87b" providerId="ADAL" clId="{0F8C6365-AE5E-4C15-BC5E-14FD82F69E46}" dt="2026-03-17T06:05:23.624" v="46" actId="478"/>
          <ac:picMkLst>
            <pc:docMk/>
            <pc:sldMk cId="2663605409" sldId="269"/>
            <ac:picMk id="6" creationId="{563488E6-3F4D-42A8-3FB3-DE9997A3802F}"/>
          </ac:picMkLst>
        </pc:picChg>
      </pc:sldChg>
      <pc:sldChg chg="addSp delSp modSp mod">
        <pc:chgData name="Amit Gupt" userId="ae2ea24d-1bba-4469-996f-b870fbaca87b" providerId="ADAL" clId="{0F8C6365-AE5E-4C15-BC5E-14FD82F69E46}" dt="2026-03-17T06:26:14.440" v="75" actId="732"/>
        <pc:sldMkLst>
          <pc:docMk/>
          <pc:sldMk cId="2981711801" sldId="271"/>
        </pc:sldMkLst>
        <pc:picChg chg="add mod modCrop">
          <ac:chgData name="Amit Gupt" userId="ae2ea24d-1bba-4469-996f-b870fbaca87b" providerId="ADAL" clId="{0F8C6365-AE5E-4C15-BC5E-14FD82F69E46}" dt="2026-03-17T06:26:14.440" v="75" actId="732"/>
          <ac:picMkLst>
            <pc:docMk/>
            <pc:sldMk cId="2981711801" sldId="271"/>
            <ac:picMk id="4" creationId="{C02BA832-42F4-621F-F9A9-AA565567DA8C}"/>
          </ac:picMkLst>
        </pc:picChg>
        <pc:picChg chg="del">
          <ac:chgData name="Amit Gupt" userId="ae2ea24d-1bba-4469-996f-b870fbaca87b" providerId="ADAL" clId="{0F8C6365-AE5E-4C15-BC5E-14FD82F69E46}" dt="2026-03-17T06:25:59.135" v="68" actId="478"/>
          <ac:picMkLst>
            <pc:docMk/>
            <pc:sldMk cId="2981711801" sldId="271"/>
            <ac:picMk id="5" creationId="{BE4B97FC-082B-3513-EF0C-7EBFAEB2424F}"/>
          </ac:picMkLst>
        </pc:picChg>
        <pc:inkChg chg="del">
          <ac:chgData name="Amit Gupt" userId="ae2ea24d-1bba-4469-996f-b870fbaca87b" providerId="ADAL" clId="{0F8C6365-AE5E-4C15-BC5E-14FD82F69E46}" dt="2026-03-17T06:26:00.022" v="69" actId="478"/>
          <ac:inkMkLst>
            <pc:docMk/>
            <pc:sldMk cId="2981711801" sldId="271"/>
            <ac:inkMk id="2" creationId="{EE691630-8EBC-EB20-91F7-36FF289B0B7E}"/>
          </ac:inkMkLst>
        </pc:inkChg>
      </pc:sldChg>
      <pc:sldChg chg="addSp delSp modSp mod">
        <pc:chgData name="Amit Gupt" userId="ae2ea24d-1bba-4469-996f-b870fbaca87b" providerId="ADAL" clId="{0F8C6365-AE5E-4C15-BC5E-14FD82F69E46}" dt="2026-03-17T10:46:20.394" v="242" actId="931"/>
        <pc:sldMkLst>
          <pc:docMk/>
          <pc:sldMk cId="697025582" sldId="272"/>
        </pc:sldMkLst>
        <pc:picChg chg="add del mod">
          <ac:chgData name="Amit Gupt" userId="ae2ea24d-1bba-4469-996f-b870fbaca87b" providerId="ADAL" clId="{0F8C6365-AE5E-4C15-BC5E-14FD82F69E46}" dt="2026-03-17T10:46:20.394" v="242" actId="931"/>
          <ac:picMkLst>
            <pc:docMk/>
            <pc:sldMk cId="697025582" sldId="272"/>
            <ac:picMk id="3" creationId="{339C7DB5-75B3-2C02-55BE-759583A874A1}"/>
          </ac:picMkLst>
        </pc:picChg>
        <pc:picChg chg="add del mod modCrop">
          <ac:chgData name="Amit Gupt" userId="ae2ea24d-1bba-4469-996f-b870fbaca87b" providerId="ADAL" clId="{0F8C6365-AE5E-4C15-BC5E-14FD82F69E46}" dt="2026-03-17T07:46:41.901" v="143" actId="478"/>
          <ac:picMkLst>
            <pc:docMk/>
            <pc:sldMk cId="697025582" sldId="272"/>
            <ac:picMk id="3" creationId="{B36A1F60-21DC-101C-022E-436753884C45}"/>
          </ac:picMkLst>
        </pc:picChg>
        <pc:picChg chg="del">
          <ac:chgData name="Amit Gupt" userId="ae2ea24d-1bba-4469-996f-b870fbaca87b" providerId="ADAL" clId="{0F8C6365-AE5E-4C15-BC5E-14FD82F69E46}" dt="2026-03-17T06:06:48.099" v="53" actId="478"/>
          <ac:picMkLst>
            <pc:docMk/>
            <pc:sldMk cId="697025582" sldId="272"/>
            <ac:picMk id="5" creationId="{7BE94916-CD0E-0BC7-6591-849114C93BA3}"/>
          </ac:picMkLst>
        </pc:picChg>
        <pc:picChg chg="add mod modCrop">
          <ac:chgData name="Amit Gupt" userId="ae2ea24d-1bba-4469-996f-b870fbaca87b" providerId="ADAL" clId="{0F8C6365-AE5E-4C15-BC5E-14FD82F69E46}" dt="2026-03-17T07:47:06.800" v="151" actId="732"/>
          <ac:picMkLst>
            <pc:docMk/>
            <pc:sldMk cId="697025582" sldId="272"/>
            <ac:picMk id="6" creationId="{8E8EB7DE-1EB8-31B7-3B3D-751DA2D09459}"/>
          </ac:picMkLst>
        </pc:picChg>
      </pc:sldChg>
      <pc:sldChg chg="addSp delSp modSp mod">
        <pc:chgData name="Amit Gupt" userId="ae2ea24d-1bba-4469-996f-b870fbaca87b" providerId="ADAL" clId="{0F8C6365-AE5E-4C15-BC5E-14FD82F69E46}" dt="2026-03-17T08:23:51.794" v="193" actId="732"/>
        <pc:sldMkLst>
          <pc:docMk/>
          <pc:sldMk cId="409398" sldId="274"/>
        </pc:sldMkLst>
        <pc:picChg chg="add mod modCrop">
          <ac:chgData name="Amit Gupt" userId="ae2ea24d-1bba-4469-996f-b870fbaca87b" providerId="ADAL" clId="{0F8C6365-AE5E-4C15-BC5E-14FD82F69E46}" dt="2026-03-17T08:23:51.794" v="193" actId="732"/>
          <ac:picMkLst>
            <pc:docMk/>
            <pc:sldMk cId="409398" sldId="274"/>
            <ac:picMk id="3" creationId="{811A8381-EAA2-B5D7-43A6-5A05A1D38D6A}"/>
          </ac:picMkLst>
        </pc:picChg>
        <pc:picChg chg="del">
          <ac:chgData name="Amit Gupt" userId="ae2ea24d-1bba-4469-996f-b870fbaca87b" providerId="ADAL" clId="{0F8C6365-AE5E-4C15-BC5E-14FD82F69E46}" dt="2026-03-17T08:23:36.937" v="187" actId="478"/>
          <ac:picMkLst>
            <pc:docMk/>
            <pc:sldMk cId="409398" sldId="274"/>
            <ac:picMk id="6" creationId="{8239B9B0-D243-2636-BB91-46E9353DB40F}"/>
          </ac:picMkLst>
        </pc:picChg>
      </pc:sldChg>
      <pc:sldChg chg="addSp delSp modSp mod">
        <pc:chgData name="Amit Gupt" userId="ae2ea24d-1bba-4469-996f-b870fbaca87b" providerId="ADAL" clId="{0F8C6365-AE5E-4C15-BC5E-14FD82F69E46}" dt="2026-03-17T10:30:56.768" v="223" actId="732"/>
        <pc:sldMkLst>
          <pc:docMk/>
          <pc:sldMk cId="1897035669" sldId="275"/>
        </pc:sldMkLst>
        <pc:picChg chg="add del mod modCrop">
          <ac:chgData name="Amit Gupt" userId="ae2ea24d-1bba-4469-996f-b870fbaca87b" providerId="ADAL" clId="{0F8C6365-AE5E-4C15-BC5E-14FD82F69E46}" dt="2026-03-17T10:30:34.807" v="217" actId="478"/>
          <ac:picMkLst>
            <pc:docMk/>
            <pc:sldMk cId="1897035669" sldId="275"/>
            <ac:picMk id="3" creationId="{41B7D426-E692-718B-ACE4-4696DD74B4EE}"/>
          </ac:picMkLst>
        </pc:picChg>
        <pc:picChg chg="del">
          <ac:chgData name="Amit Gupt" userId="ae2ea24d-1bba-4469-996f-b870fbaca87b" providerId="ADAL" clId="{0F8C6365-AE5E-4C15-BC5E-14FD82F69E46}" dt="2026-03-17T06:24:35.281" v="60" actId="478"/>
          <ac:picMkLst>
            <pc:docMk/>
            <pc:sldMk cId="1897035669" sldId="275"/>
            <ac:picMk id="3" creationId="{A3D95E77-93D9-63C0-FAB8-FD9ED5CE27CA}"/>
          </ac:picMkLst>
        </pc:picChg>
        <pc:picChg chg="add mod modCrop">
          <ac:chgData name="Amit Gupt" userId="ae2ea24d-1bba-4469-996f-b870fbaca87b" providerId="ADAL" clId="{0F8C6365-AE5E-4C15-BC5E-14FD82F69E46}" dt="2026-03-17T10:30:56.768" v="223" actId="732"/>
          <ac:picMkLst>
            <pc:docMk/>
            <pc:sldMk cId="1897035669" sldId="275"/>
            <ac:picMk id="4" creationId="{8429726B-17F5-A826-4032-1F81F4691E82}"/>
          </ac:picMkLst>
        </pc:picChg>
        <pc:picChg chg="add del mod modCrop">
          <ac:chgData name="Amit Gupt" userId="ae2ea24d-1bba-4469-996f-b870fbaca87b" providerId="ADAL" clId="{0F8C6365-AE5E-4C15-BC5E-14FD82F69E46}" dt="2026-03-17T07:54:25.063" v="164" actId="478"/>
          <ac:picMkLst>
            <pc:docMk/>
            <pc:sldMk cId="1897035669" sldId="275"/>
            <ac:picMk id="5" creationId="{F84DE8F9-7E20-0B64-D0D5-37A58F93E08A}"/>
          </ac:picMkLst>
        </pc:picChg>
        <pc:picChg chg="add del mod modCrop">
          <ac:chgData name="Amit Gupt" userId="ae2ea24d-1bba-4469-996f-b870fbaca87b" providerId="ADAL" clId="{0F8C6365-AE5E-4C15-BC5E-14FD82F69E46}" dt="2026-03-17T09:59:08.499" v="200" actId="478"/>
          <ac:picMkLst>
            <pc:docMk/>
            <pc:sldMk cId="1897035669" sldId="275"/>
            <ac:picMk id="7" creationId="{40003415-1D8A-D0D7-B7C0-8F38C6BA8957}"/>
          </ac:picMkLst>
        </pc:picChg>
        <pc:inkChg chg="del">
          <ac:chgData name="Amit Gupt" userId="ae2ea24d-1bba-4469-996f-b870fbaca87b" providerId="ADAL" clId="{0F8C6365-AE5E-4C15-BC5E-14FD82F69E46}" dt="2026-03-17T06:24:37.664" v="61" actId="478"/>
          <ac:inkMkLst>
            <pc:docMk/>
            <pc:sldMk cId="1897035669" sldId="275"/>
            <ac:inkMk id="2" creationId="{BD63AA33-D701-7855-55C2-C092DC74D44B}"/>
          </ac:inkMkLst>
        </pc:inkChg>
      </pc:sldChg>
      <pc:sldChg chg="addSp delSp modSp add mod setBg">
        <pc:chgData name="Amit Gupt" userId="ae2ea24d-1bba-4469-996f-b870fbaca87b" providerId="ADAL" clId="{0F8C6365-AE5E-4C15-BC5E-14FD82F69E46}" dt="2026-03-17T10:46:36.575" v="248" actId="732"/>
        <pc:sldMkLst>
          <pc:docMk/>
          <pc:sldMk cId="769635059" sldId="276"/>
        </pc:sldMkLst>
        <pc:spChg chg="add">
          <ac:chgData name="Amit Gupt" userId="ae2ea24d-1bba-4469-996f-b870fbaca87b" providerId="ADAL" clId="{0F8C6365-AE5E-4C15-BC5E-14FD82F69E46}" dt="2026-03-17T07:47:40.218" v="155" actId="26606"/>
          <ac:spMkLst>
            <pc:docMk/>
            <pc:sldMk cId="769635059" sldId="276"/>
            <ac:spMk id="1031" creationId="{42A4FC2C-047E-45A5-965D-8E1E3BF09BC6}"/>
          </ac:spMkLst>
        </pc:spChg>
        <pc:picChg chg="add mod modCrop">
          <ac:chgData name="Amit Gupt" userId="ae2ea24d-1bba-4469-996f-b870fbaca87b" providerId="ADAL" clId="{0F8C6365-AE5E-4C15-BC5E-14FD82F69E46}" dt="2026-03-17T10:46:36.575" v="248" actId="732"/>
          <ac:picMkLst>
            <pc:docMk/>
            <pc:sldMk cId="769635059" sldId="276"/>
            <ac:picMk id="3" creationId="{18B06770-369E-18D8-1031-5CA9927DD190}"/>
          </ac:picMkLst>
        </pc:picChg>
        <pc:picChg chg="add del mod modCrop">
          <ac:chgData name="Amit Gupt" userId="ae2ea24d-1bba-4469-996f-b870fbaca87b" providerId="ADAL" clId="{0F8C6365-AE5E-4C15-BC5E-14FD82F69E46}" dt="2026-03-17T10:35:31.217" v="232" actId="478"/>
          <ac:picMkLst>
            <pc:docMk/>
            <pc:sldMk cId="769635059" sldId="276"/>
            <ac:picMk id="3" creationId="{2C1248D1-0B4C-2380-80F5-507D6151BD44}"/>
          </ac:picMkLst>
        </pc:picChg>
        <pc:picChg chg="add del mod modCrop">
          <ac:chgData name="Amit Gupt" userId="ae2ea24d-1bba-4469-996f-b870fbaca87b" providerId="ADAL" clId="{0F8C6365-AE5E-4C15-BC5E-14FD82F69E46}" dt="2026-03-17T10:46:13.642" v="239" actId="478"/>
          <ac:picMkLst>
            <pc:docMk/>
            <pc:sldMk cId="769635059" sldId="276"/>
            <ac:picMk id="4" creationId="{1D8B366F-A8DB-5682-4FDD-AF97D6BE2B9B}"/>
          </ac:picMkLst>
        </pc:picChg>
        <pc:picChg chg="del">
          <ac:chgData name="Amit Gupt" userId="ae2ea24d-1bba-4469-996f-b870fbaca87b" providerId="ADAL" clId="{0F8C6365-AE5E-4C15-BC5E-14FD82F69E46}" dt="2026-03-17T07:47:36.640" v="153" actId="478"/>
          <ac:picMkLst>
            <pc:docMk/>
            <pc:sldMk cId="769635059" sldId="276"/>
            <ac:picMk id="6" creationId="{B29C1721-EE18-E79B-0E2B-9319FF3C1953}"/>
          </ac:picMkLst>
        </pc:picChg>
        <pc:picChg chg="add del mod">
          <ac:chgData name="Amit Gupt" userId="ae2ea24d-1bba-4469-996f-b870fbaca87b" providerId="ADAL" clId="{0F8C6365-AE5E-4C15-BC5E-14FD82F69E46}" dt="2026-03-17T07:53:54.747" v="156" actId="478"/>
          <ac:picMkLst>
            <pc:docMk/>
            <pc:sldMk cId="769635059" sldId="276"/>
            <ac:picMk id="1026" creationId="{67B1E82B-D1F6-06BF-DD3C-69A1A7F6AE00}"/>
          </ac:picMkLst>
        </pc:picChg>
      </pc:sldChg>
      <pc:sldChg chg="addSp delSp modSp add mod">
        <pc:chgData name="Amit Gupt" userId="ae2ea24d-1bba-4469-996f-b870fbaca87b" providerId="ADAL" clId="{0F8C6365-AE5E-4C15-BC5E-14FD82F69E46}" dt="2026-03-17T10:34:07.163" v="230" actId="732"/>
        <pc:sldMkLst>
          <pc:docMk/>
          <pc:sldMk cId="89055701" sldId="277"/>
        </pc:sldMkLst>
        <pc:picChg chg="add mod modCrop">
          <ac:chgData name="Amit Gupt" userId="ae2ea24d-1bba-4469-996f-b870fbaca87b" providerId="ADAL" clId="{0F8C6365-AE5E-4C15-BC5E-14FD82F69E46}" dt="2026-03-17T10:34:07.163" v="230" actId="732"/>
          <ac:picMkLst>
            <pc:docMk/>
            <pc:sldMk cId="89055701" sldId="277"/>
            <ac:picMk id="3" creationId="{81760908-611E-2480-C5A0-2102A23D5698}"/>
          </ac:picMkLst>
        </pc:picChg>
        <pc:picChg chg="del">
          <ac:chgData name="Amit Gupt" userId="ae2ea24d-1bba-4469-996f-b870fbaca87b" providerId="ADAL" clId="{0F8C6365-AE5E-4C15-BC5E-14FD82F69E46}" dt="2026-03-17T10:33:47.660" v="224" actId="478"/>
          <ac:picMkLst>
            <pc:docMk/>
            <pc:sldMk cId="89055701" sldId="277"/>
            <ac:picMk id="5" creationId="{373DB6C1-0BC5-A0A4-F58D-955E954A3EB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00307-CA96-B443-2B15-5DF459E8E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B6C387-1687-C8A7-68A3-56300AA68F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82D3-AAEC-571E-756F-71A424A71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997CF-E3CB-BFF5-A6ED-990B84DF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36B08-3BE8-C948-BC88-17A029E7E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28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E137-8816-DDC5-DB1F-4F81313F5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C0EFF-B441-7889-2B54-3091A7CDD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D2E77-9DBF-D483-81C9-2116302D8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A274D-E193-6ACB-7754-885F5808B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63774-4DAC-2454-A916-DAB405AC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4682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CA92E-7D2F-BCF6-19D1-CADD70564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541B9-E4EB-18B4-5620-D95B196A31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97409-F121-43F9-F622-4718DF456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B9B50-F73C-CF5A-3E79-0E7591A5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33A4E-630C-29D7-A366-4224F851B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49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EBF02-B792-8AD7-DD75-8F8DE2DE5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F8226-EF08-93AE-B034-2AFFAA697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D224AD-9AC0-1AF3-13AA-9204985ECE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5CCA5-C9A6-6B41-3B13-4A7BC8FF5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F7DEE-10ED-9DB7-C9FE-DA5A27B0D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BCEB77-CB15-DA26-2AB7-CAFEAC89A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39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35821-C017-D282-A83F-D79F4609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00806-F2D3-0E72-62FA-F00EF4E7F2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31CA71-210D-9E9B-A461-B45A58746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E9778-C91D-168C-2134-6A785EA458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07897-A90B-828B-897C-877C144EC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5EF5EF-FB7C-BF36-88C9-889EAD8FF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2FF902-0361-5FBB-776B-44CC0BD7E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1BF9B2-07E7-0D8E-64A3-E3960C61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937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143D3-FD0B-9507-E391-0D33F7370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03D8BB-7219-AE9E-212B-5057E30A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9B983-7F89-6A0E-DC5C-C5B0659D8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39FDD1-A7F8-0E8F-DA3A-7C2D4716E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573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F2D14-25F6-D495-511A-C82B2BA4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A6875F-506B-632F-6E1A-DE269C08C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F307FB-0D22-90D7-A400-E8F1F7755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2312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360AE-D37A-C0B5-6344-8AB02A06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8FD7B-A486-9A49-BD3F-7204C1CC8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8020ED-04C2-C660-E423-BDDD676FD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AF839-0D88-76F0-D78D-E69791674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B4500D-850A-FA40-1AE5-35795F7AB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776C8B-48E5-AE07-A65A-59DB530A8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143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B66A-F0E5-BA11-5C9F-5366D1AF6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56BB17-0A43-8F92-35A6-724ED654B4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FAC82-AD87-EE46-CCA1-F956A171D6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443DF-4EC7-2211-DF55-3FB217868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E85CAA-71FE-E783-E62C-168B7D0D6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DFA68E-BEFC-DD78-6AC2-3E8EA55E4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86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EC9D9-8978-10E0-A021-541B4DBA7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386D4-A9D0-B2DF-CA2D-FE38BA8CD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5BCF8-3ADF-D2A5-991A-876D6B47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4AFAB0-F88D-30D7-7C60-8601B44D4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BF6B4-E5C9-D520-7536-0920975FD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3928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79B4CA-F123-60C6-1174-C9D8FAA0A3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92F0C6-6C99-5D30-8D29-80509AD0CB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310041-4D4F-2EE0-645F-2B4EA3C0E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D3725-9AA1-90DD-A874-081986ED7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ED0B68-9461-6839-1866-CF50F2228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91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48BDD1-E1B1-A84F-6DBA-6FFA770D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6B0698-09D1-329B-3FF4-E3BCBC316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CF477-D47D-D87A-E626-605BB91748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82E3E-DDCB-4DA1-AEE1-7A5F302D8B45}" type="datetimeFigureOut">
              <a:rPr lang="en-IN" smtClean="0"/>
              <a:t>17-03-2026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D4727B-3087-22E1-2DE8-6E4623EC3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F3863B-3987-64C4-B209-91F714040D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AF58CF-1848-4EE0-8D85-82136584B9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377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F465C2-5C50-800B-D5D7-29BEFEEC7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3"/>
          <a:stretch>
            <a:fillRect/>
          </a:stretch>
        </p:blipFill>
        <p:spPr>
          <a:xfrm>
            <a:off x="0" y="0"/>
            <a:ext cx="12196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54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BDEF2-E0F2-61F5-AE63-B9345FF30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D0152-B447-6AA2-2578-1049004FD8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554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9DC30-4FAF-35A5-189B-F126DF3FC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5628EE3-850B-BDB4-BA56-F8EB3AC15F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52"/>
          <a:stretch>
            <a:fillRect/>
          </a:stretch>
        </p:blipFill>
        <p:spPr>
          <a:xfrm>
            <a:off x="0" y="0"/>
            <a:ext cx="12208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549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6B1F1-B712-8EE3-70E4-09DC0E37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7B574-BC13-BDBD-361D-2F740A65CD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679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E5BD-0D3B-0A8F-1DE2-A71BF92AF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E1A8B2-DECF-6074-9C24-A346F8A59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65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99563-FF54-C2A7-7B37-05526485E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2897AB-DB4B-AA3A-48F1-982B7ED41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3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169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B2E5C-43CB-5934-A447-76D44EC89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EB7680-5812-18DD-FF77-1BC652BDC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597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07BA9-068F-6698-AECF-38BD86CAA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E3031DF-146F-5145-501E-2A6ACAB27A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908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C8414-6CA2-7369-553F-E2FA93F24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F1EBFAD-CF9C-D686-AD9E-E6CF3DEC6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52"/>
          <a:stretch>
            <a:fillRect/>
          </a:stretch>
        </p:blipFill>
        <p:spPr>
          <a:xfrm>
            <a:off x="0" y="0"/>
            <a:ext cx="122083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4062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C744B-C6DD-16D7-E9F2-213E73FB5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6E5DC6-0DE1-C216-BCDE-C41C29596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53342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D7AC3-0520-EC0E-3B28-60F08DFCD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26039B-E1E9-E704-4D7D-8A53C68020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516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CDB0-4AAE-808A-315C-958131D64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BF5A2B7-034B-7830-59D7-145747EBE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3"/>
          <a:stretch>
            <a:fillRect/>
          </a:stretch>
        </p:blipFill>
        <p:spPr>
          <a:xfrm>
            <a:off x="0" y="0"/>
            <a:ext cx="12196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621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30141-CB8F-6E7A-C7F2-1195124E9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4762521-442F-B0AC-E2FC-4BE6FABF3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560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C414-016B-B95C-2779-C6C0F4B0D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2BA832-42F4-621F-F9A9-AA565567D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1711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F8DAE-E040-2FD6-866D-3D3344517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E8EB7DE-1EB8-31B7-3B3D-751DA2D094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25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BDDCA4-DA6F-8EAE-A38A-B713FBC79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B06770-369E-18D8-1031-5CA9927DD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3"/>
          <a:stretch>
            <a:fillRect/>
          </a:stretch>
        </p:blipFill>
        <p:spPr>
          <a:xfrm>
            <a:off x="0" y="0"/>
            <a:ext cx="12196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635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EEA2A-CB70-D7B1-E677-5CE5274D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63F277-2CC9-016F-BC94-FFEBC391B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5613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301F0-2858-4BA1-052F-B13DBA87F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1A8381-EAA2-B5D7-43A6-5A05A1D38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63"/>
          <a:stretch>
            <a:fillRect/>
          </a:stretch>
        </p:blipFill>
        <p:spPr>
          <a:xfrm>
            <a:off x="0" y="0"/>
            <a:ext cx="121964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03567-82C3-49F7-0AA5-EA29B6C04C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29726B-17F5-A826-4032-1F81F4691E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0356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699AC-0151-8C0F-56CD-22B08D50C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760908-611E-2480-C5A0-2102A23D5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5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Amit Gupt</dc:creator>
  <cp:revision>1</cp:revision>
  <dcterms:created xsi:type="dcterms:W3CDTF">2026-03-13T08:08:56Z</dcterms:created>
  <dcterms:modified xsi:type="dcterms:W3CDTF">2026-03-17T10:46:40Z</dcterms:modified>
</cp:coreProperties>
</file>